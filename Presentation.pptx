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E5ECA-3AA0-5EA9-4A38-CF4725C7CB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E7D418-8338-0FD3-70E7-5C8606ACF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r-Latn-R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4911EB-85BD-6F6D-E150-80BEC7D43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43916-BEE3-4422-A7F1-8FA18C1DD24D}" type="datetimeFigureOut">
              <a:rPr lang="sr-Latn-RS" smtClean="0"/>
              <a:t>7.8.2026.</a:t>
            </a:fld>
            <a:endParaRPr lang="sr-Latn-R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FBF77-8CDA-F870-6BE5-73F8C0481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A78BA-FF1D-4125-14E3-AFCDE2779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73A78-E083-47A9-B500-4829381CC757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492942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C4398-D495-C15B-B596-F4C1917FD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9D328-4CB5-336B-7686-ADAFB44AD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335EC-17EC-4959-EC6E-8E19CF8E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43916-BEE3-4422-A7F1-8FA18C1DD24D}" type="datetimeFigureOut">
              <a:rPr lang="sr-Latn-RS" smtClean="0"/>
              <a:t>7.8.2026.</a:t>
            </a:fld>
            <a:endParaRPr lang="sr-Latn-R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7D3C5-CA6E-E4C4-8F1F-80A04F0B4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FC019-D6BD-2196-641E-73FC4F055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73A78-E083-47A9-B500-4829381CC757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819952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A801F-95B5-C9FA-E8AC-DFA94FF5C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6E5D5B-CFBA-FA1C-A30C-D87369D930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5C81F-DFD9-116C-952F-3DB93481B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43916-BEE3-4422-A7F1-8FA18C1DD24D}" type="datetimeFigureOut">
              <a:rPr lang="sr-Latn-RS" smtClean="0"/>
              <a:t>7.8.2026.</a:t>
            </a:fld>
            <a:endParaRPr lang="sr-Latn-R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D1B86-02C0-5C1D-27B8-3F7B5A03B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C8461-702A-B927-B9C4-C0873626F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73A78-E083-47A9-B500-4829381CC757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63544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1B86B-1232-290F-CE25-5D6997C13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13B36-CEAC-5816-99CB-79A3E82511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F29287-6E32-466B-9B78-F5400A3C4B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009DB-328C-6240-AA86-128BAA54F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43916-BEE3-4422-A7F1-8FA18C1DD24D}" type="datetimeFigureOut">
              <a:rPr lang="sr-Latn-RS" smtClean="0"/>
              <a:t>7.8.2026.</a:t>
            </a:fld>
            <a:endParaRPr lang="sr-Latn-R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594AB2-7C85-516F-C144-06D53648C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B85FE3-F17D-C839-708E-22B57EFBF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73A78-E083-47A9-B500-4829381CC757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354523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0F1D2-AD7E-FEDB-694D-7C06FA71D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DCA15C-E668-4F68-24FB-E343F7CC5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07307D-4753-27C9-4A4D-D38D8EF37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C444A7-7FCD-6B07-CEFC-8AA083C067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83AEA5-17EE-1E2E-E4FD-E735F94180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5F5275-244F-BF3C-0B9D-4969DBD54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43916-BEE3-4422-A7F1-8FA18C1DD24D}" type="datetimeFigureOut">
              <a:rPr lang="sr-Latn-RS" smtClean="0"/>
              <a:t>7.8.2026.</a:t>
            </a:fld>
            <a:endParaRPr lang="sr-Latn-R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E8C8DB-8647-BBEE-CFF0-BE112F20E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FDA2EB-0BA2-152C-E5E7-1E133D6D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73A78-E083-47A9-B500-4829381CC757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039439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A3C2C-FC15-C5A6-BA0B-77E4675FE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5CD95E-5A98-C3A1-E0FD-2AD7FD0F8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43916-BEE3-4422-A7F1-8FA18C1DD24D}" type="datetimeFigureOut">
              <a:rPr lang="sr-Latn-RS" smtClean="0"/>
              <a:t>7.8.2026.</a:t>
            </a:fld>
            <a:endParaRPr lang="sr-Latn-R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F4E37A-3319-AB13-971E-2CB882289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F8B639-465C-380E-4E55-5331073AE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73A78-E083-47A9-B500-4829381CC757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248445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71F972-B8CB-2C35-59BE-07CDE9308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43916-BEE3-4422-A7F1-8FA18C1DD24D}" type="datetimeFigureOut">
              <a:rPr lang="sr-Latn-RS" smtClean="0"/>
              <a:t>7.8.2026.</a:t>
            </a:fld>
            <a:endParaRPr lang="sr-Latn-R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35EA77-F141-CE3E-AFCF-B2F1E696A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6C90A-81E7-D47D-F9C2-EF49D361D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73A78-E083-47A9-B500-4829381CC757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4261986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18AE-FE83-CAAF-E241-DC8DFF9BA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1CDF0-DB35-C6A8-61EC-0F63FFC3E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27CFE4-95CF-6615-CA02-3BA50AD7E6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32D5C-70E5-A81E-B160-8C55EA711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43916-BEE3-4422-A7F1-8FA18C1DD24D}" type="datetimeFigureOut">
              <a:rPr lang="sr-Latn-RS" smtClean="0"/>
              <a:t>7.8.2026.</a:t>
            </a:fld>
            <a:endParaRPr lang="sr-Latn-R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A4EF1B-D5A9-DA4C-F153-5B8A5E876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D4A052-36BD-6807-5504-204D014A7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73A78-E083-47A9-B500-4829381CC757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679354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97762-A892-FE61-B532-2F0E21AFE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22212C-9F6C-4A29-D0B5-3DD17FC212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r-Latn-R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C76C2D-30F5-5F82-F3EC-71422D38CD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A64F4-1DA0-DA5A-201A-4016280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43916-BEE3-4422-A7F1-8FA18C1DD24D}" type="datetimeFigureOut">
              <a:rPr lang="sr-Latn-RS" smtClean="0"/>
              <a:t>7.8.2026.</a:t>
            </a:fld>
            <a:endParaRPr lang="sr-Latn-R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E850F3-903A-33BE-69FE-7AFD0ACA2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5A3980-4A50-2413-8C32-FDD9AF4C8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73A78-E083-47A9-B500-4829381CC757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578164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1F98A-0901-84FA-3886-7A70B55BF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A868E8-B9EE-FEFA-69BC-5514B033FC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49297-1A71-D845-22E1-7C14DEAC1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43916-BEE3-4422-A7F1-8FA18C1DD24D}" type="datetimeFigureOut">
              <a:rPr lang="sr-Latn-RS" smtClean="0"/>
              <a:t>7.8.2026.</a:t>
            </a:fld>
            <a:endParaRPr lang="sr-Latn-R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A44CE-5BAB-CEA3-5A8C-0355818F5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1F4EB-4451-0B61-AFCD-0AB158B75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73A78-E083-47A9-B500-4829381CC757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497869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56880B-BAFD-D353-1CAD-CF89B7AA68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05C0F2-EC3D-684B-CF2E-B69D8705A1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D06DA-D03E-3269-EB7B-AABA200C6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43916-BEE3-4422-A7F1-8FA18C1DD24D}" type="datetimeFigureOut">
              <a:rPr lang="sr-Latn-RS" smtClean="0"/>
              <a:t>7.8.2026.</a:t>
            </a:fld>
            <a:endParaRPr lang="sr-Latn-R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4A708-175A-F805-CD11-7E52B27F8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F67AD-2365-3948-2208-F508C9075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73A78-E083-47A9-B500-4829381CC757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117021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79A3EA-BAEF-C2D7-AF17-2E580261C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r-Latn-R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8A5CD-097F-18D1-6313-EFD8A7858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R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86E8F-DDC5-5F25-D27E-47604301BE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943916-BEE3-4422-A7F1-8FA18C1DD24D}" type="datetimeFigureOut">
              <a:rPr lang="sr-Latn-RS" smtClean="0"/>
              <a:t>7.8.2026.</a:t>
            </a:fld>
            <a:endParaRPr lang="sr-Latn-R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763AE3-A35D-73B6-8560-A923F8D098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r-Latn-R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3C03A-0064-23AB-1730-F9EB28A4E5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73A78-E083-47A9-B500-4829381CC757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30546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84DEE06D-E3B2-4BE6-CCC4-F31EEAF3333C}"/>
              </a:ext>
            </a:extLst>
          </p:cNvPr>
          <p:cNvGrpSpPr/>
          <p:nvPr/>
        </p:nvGrpSpPr>
        <p:grpSpPr>
          <a:xfrm>
            <a:off x="3983115" y="736848"/>
            <a:ext cx="4225769" cy="4773558"/>
            <a:chOff x="3142697" y="319596"/>
            <a:chExt cx="5752728" cy="6498457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41C20484-1A64-20C4-AC93-CB3297DEDFBF}"/>
                </a:ext>
              </a:extLst>
            </p:cNvPr>
            <p:cNvSpPr/>
            <p:nvPr/>
          </p:nvSpPr>
          <p:spPr>
            <a:xfrm>
              <a:off x="5060273" y="319596"/>
              <a:ext cx="1917576" cy="63919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CUSTOMER</a:t>
              </a:r>
              <a:endParaRPr lang="sr-Latn-RS" sz="1200" dirty="0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B973073-0D9A-A289-A000-74C905F77C69}"/>
                </a:ext>
              </a:extLst>
            </p:cNvPr>
            <p:cNvSpPr/>
            <p:nvPr/>
          </p:nvSpPr>
          <p:spPr>
            <a:xfrm>
              <a:off x="5060273" y="1296140"/>
              <a:ext cx="1917576" cy="63919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WORK ORDER</a:t>
              </a:r>
              <a:endParaRPr lang="sr-Latn-RS" sz="1200" dirty="0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EAF1297-81C8-A0CC-A385-0BE11D1F80C3}"/>
                </a:ext>
              </a:extLst>
            </p:cNvPr>
            <p:cNvSpPr/>
            <p:nvPr/>
          </p:nvSpPr>
          <p:spPr>
            <a:xfrm>
              <a:off x="5060273" y="2272684"/>
              <a:ext cx="1917576" cy="63919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PRODUCT</a:t>
              </a:r>
              <a:endParaRPr lang="sr-Latn-RS" sz="1200" dirty="0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C77B11CD-D44D-A343-B524-6BFD93DE2362}"/>
                </a:ext>
              </a:extLst>
            </p:cNvPr>
            <p:cNvSpPr/>
            <p:nvPr/>
          </p:nvSpPr>
          <p:spPr>
            <a:xfrm>
              <a:off x="3142697" y="3249228"/>
              <a:ext cx="1917576" cy="63919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COMPONENT</a:t>
              </a:r>
              <a:endParaRPr lang="sr-Latn-RS" sz="1200" dirty="0"/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31266DD9-9900-2A53-AD08-CA71CC6B12F1}"/>
                </a:ext>
              </a:extLst>
            </p:cNvPr>
            <p:cNvSpPr/>
            <p:nvPr/>
          </p:nvSpPr>
          <p:spPr>
            <a:xfrm>
              <a:off x="6977849" y="3249228"/>
              <a:ext cx="1917576" cy="63919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CAD DOCUMENT</a:t>
              </a:r>
              <a:endParaRPr lang="sr-Latn-RS" sz="1200" dirty="0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552D049-E75B-B779-F69A-8885A56F9BE5}"/>
                </a:ext>
              </a:extLst>
            </p:cNvPr>
            <p:cNvSpPr/>
            <p:nvPr/>
          </p:nvSpPr>
          <p:spPr>
            <a:xfrm>
              <a:off x="3142697" y="4225772"/>
              <a:ext cx="1917576" cy="63919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COMPONENT</a:t>
              </a:r>
              <a:endParaRPr lang="sr-Latn-RS" sz="1200" dirty="0"/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DA843E45-62C3-BC70-7B48-68CC166C2DE9}"/>
                </a:ext>
              </a:extLst>
            </p:cNvPr>
            <p:cNvSpPr/>
            <p:nvPr/>
          </p:nvSpPr>
          <p:spPr>
            <a:xfrm>
              <a:off x="3142697" y="5202316"/>
              <a:ext cx="1917576" cy="63919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MANUFACTURING OPERATION</a:t>
              </a:r>
              <a:endParaRPr lang="sr-Latn-RS" sz="1200" dirty="0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E1AFE6F-A58E-F1F8-35E3-ACD9F05DED25}"/>
                </a:ext>
              </a:extLst>
            </p:cNvPr>
            <p:cNvSpPr/>
            <p:nvPr/>
          </p:nvSpPr>
          <p:spPr>
            <a:xfrm>
              <a:off x="3142697" y="6178860"/>
              <a:ext cx="1917576" cy="63919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DEPARTMENT</a:t>
              </a:r>
              <a:endParaRPr lang="sr-Latn-RS" sz="1200" dirty="0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28D6BA69-10C7-0061-ADAE-E34A29720067}"/>
                </a:ext>
              </a:extLst>
            </p:cNvPr>
            <p:cNvCxnSpPr>
              <a:stCxn id="6" idx="2"/>
              <a:endCxn id="7" idx="0"/>
            </p:cNvCxnSpPr>
            <p:nvPr/>
          </p:nvCxnSpPr>
          <p:spPr>
            <a:xfrm>
              <a:off x="6019061" y="958789"/>
              <a:ext cx="0" cy="3373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25E91CFB-FA56-8DCE-8CEA-27D982317EA3}"/>
                </a:ext>
              </a:extLst>
            </p:cNvPr>
            <p:cNvCxnSpPr>
              <a:stCxn id="7" idx="2"/>
              <a:endCxn id="8" idx="0"/>
            </p:cNvCxnSpPr>
            <p:nvPr/>
          </p:nvCxnSpPr>
          <p:spPr>
            <a:xfrm>
              <a:off x="6019061" y="1935333"/>
              <a:ext cx="0" cy="3373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: Elbow 18">
              <a:extLst>
                <a:ext uri="{FF2B5EF4-FFF2-40B4-BE49-F238E27FC236}">
                  <a16:creationId xmlns:a16="http://schemas.microsoft.com/office/drawing/2014/main" id="{D911C9F0-DCFD-09C1-506B-42C903FE75FA}"/>
                </a:ext>
              </a:extLst>
            </p:cNvPr>
            <p:cNvCxnSpPr>
              <a:stCxn id="8" idx="2"/>
              <a:endCxn id="9" idx="0"/>
            </p:cNvCxnSpPr>
            <p:nvPr/>
          </p:nvCxnSpPr>
          <p:spPr>
            <a:xfrm rot="5400000">
              <a:off x="4891598" y="2121764"/>
              <a:ext cx="337351" cy="1917576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: Elbow 20">
              <a:extLst>
                <a:ext uri="{FF2B5EF4-FFF2-40B4-BE49-F238E27FC236}">
                  <a16:creationId xmlns:a16="http://schemas.microsoft.com/office/drawing/2014/main" id="{DFB871D7-58C7-1385-8545-D3DB9736DE5A}"/>
                </a:ext>
              </a:extLst>
            </p:cNvPr>
            <p:cNvCxnSpPr>
              <a:stCxn id="8" idx="2"/>
              <a:endCxn id="10" idx="0"/>
            </p:cNvCxnSpPr>
            <p:nvPr/>
          </p:nvCxnSpPr>
          <p:spPr>
            <a:xfrm rot="16200000" flipH="1">
              <a:off x="6809174" y="2121764"/>
              <a:ext cx="337351" cy="1917576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609FE859-4177-B506-3EC6-25E2D785717C}"/>
                </a:ext>
              </a:extLst>
            </p:cNvPr>
            <p:cNvCxnSpPr>
              <a:stCxn id="9" idx="2"/>
              <a:endCxn id="11" idx="0"/>
            </p:cNvCxnSpPr>
            <p:nvPr/>
          </p:nvCxnSpPr>
          <p:spPr>
            <a:xfrm>
              <a:off x="4101485" y="3888421"/>
              <a:ext cx="0" cy="3373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0C1C70C6-9653-C795-CFE6-010EDC40DB24}"/>
                </a:ext>
              </a:extLst>
            </p:cNvPr>
            <p:cNvCxnSpPr>
              <a:stCxn id="11" idx="2"/>
              <a:endCxn id="12" idx="0"/>
            </p:cNvCxnSpPr>
            <p:nvPr/>
          </p:nvCxnSpPr>
          <p:spPr>
            <a:xfrm>
              <a:off x="4101485" y="4864965"/>
              <a:ext cx="0" cy="3373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7C8CDFB-2DD8-04C8-DDB3-F911A308CE7E}"/>
                </a:ext>
              </a:extLst>
            </p:cNvPr>
            <p:cNvCxnSpPr>
              <a:stCxn id="12" idx="2"/>
              <a:endCxn id="13" idx="0"/>
            </p:cNvCxnSpPr>
            <p:nvPr/>
          </p:nvCxnSpPr>
          <p:spPr>
            <a:xfrm>
              <a:off x="4101485" y="5841509"/>
              <a:ext cx="0" cy="3373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FD55FF3-A94B-6C35-426D-F9B99E152703}"/>
                </a:ext>
              </a:extLst>
            </p:cNvPr>
            <p:cNvSpPr txBox="1"/>
            <p:nvPr/>
          </p:nvSpPr>
          <p:spPr>
            <a:xfrm>
              <a:off x="4358935" y="3903207"/>
              <a:ext cx="1109707" cy="3351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PARENT ID</a:t>
              </a:r>
              <a:endParaRPr lang="sr-Latn-R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552746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2F86B35-1425-EB55-7C21-2469777395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685156"/>
              </p:ext>
            </p:extLst>
          </p:nvPr>
        </p:nvGraphicFramePr>
        <p:xfrm>
          <a:off x="691473" y="524359"/>
          <a:ext cx="1332636" cy="3540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2636">
                  <a:extLst>
                    <a:ext uri="{9D8B030D-6E8A-4147-A177-3AD203B41FA5}">
                      <a16:colId xmlns:a16="http://schemas.microsoft.com/office/drawing/2014/main" val="3926135207"/>
                    </a:ext>
                  </a:extLst>
                </a:gridCol>
              </a:tblGrid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work_orders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4455070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646661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broj_naloga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5831887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datum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022761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kupac_id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3191111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naziv_projekta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1479240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3535532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rok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368845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519569B-73BB-99AE-4DAD-90BAD73F0C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3229925"/>
              </p:ext>
            </p:extLst>
          </p:nvPr>
        </p:nvGraphicFramePr>
        <p:xfrm>
          <a:off x="2475885" y="524359"/>
          <a:ext cx="1332636" cy="30977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2636">
                  <a:extLst>
                    <a:ext uri="{9D8B030D-6E8A-4147-A177-3AD203B41FA5}">
                      <a16:colId xmlns:a16="http://schemas.microsoft.com/office/drawing/2014/main" val="3926135207"/>
                    </a:ext>
                  </a:extLst>
                </a:gridCol>
              </a:tblGrid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products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4455070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646661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work_order_id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5831887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naziv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022761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sifra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3191111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revizija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1479240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solid_edge_asm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353553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58FB90E-2F01-942A-FAC3-8DE1A368C8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946746"/>
              </p:ext>
            </p:extLst>
          </p:nvPr>
        </p:nvGraphicFramePr>
        <p:xfrm>
          <a:off x="4260297" y="524359"/>
          <a:ext cx="1332636" cy="3540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2636">
                  <a:extLst>
                    <a:ext uri="{9D8B030D-6E8A-4147-A177-3AD203B41FA5}">
                      <a16:colId xmlns:a16="http://schemas.microsoft.com/office/drawing/2014/main" val="3926135207"/>
                    </a:ext>
                  </a:extLst>
                </a:gridCol>
              </a:tblGrid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components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4455070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646661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product_id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5831887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sifra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022761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naziv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3191111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tip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1479240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materijal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3535532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kolicina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988602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195F9BB-34C9-9035-3DD5-5BD08C5FBB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5389340"/>
              </p:ext>
            </p:extLst>
          </p:nvPr>
        </p:nvGraphicFramePr>
        <p:xfrm>
          <a:off x="6044709" y="524359"/>
          <a:ext cx="1332636" cy="3540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2636">
                  <a:extLst>
                    <a:ext uri="{9D8B030D-6E8A-4147-A177-3AD203B41FA5}">
                      <a16:colId xmlns:a16="http://schemas.microsoft.com/office/drawing/2014/main" val="3926135207"/>
                    </a:ext>
                  </a:extLst>
                </a:gridCol>
              </a:tblGrid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cad_files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4455070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646661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component_id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5831887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filename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022761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path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3191111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version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1479240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materijal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3535532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pPr rtl="0"/>
                      <a:r>
                        <a:rPr lang="sr-Latn-R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created_by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9886025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4D37380-7058-B878-DE4B-8EC1C887CC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018453"/>
              </p:ext>
            </p:extLst>
          </p:nvPr>
        </p:nvGraphicFramePr>
        <p:xfrm>
          <a:off x="7829121" y="524359"/>
          <a:ext cx="1332636" cy="1327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2636">
                  <a:extLst>
                    <a:ext uri="{9D8B030D-6E8A-4147-A177-3AD203B41FA5}">
                      <a16:colId xmlns:a16="http://schemas.microsoft.com/office/drawing/2014/main" val="3926135207"/>
                    </a:ext>
                  </a:extLst>
                </a:gridCol>
              </a:tblGrid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departments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4455070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646661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naziv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5831887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CF5436D-4972-12ED-8E0C-E2AD757F5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2008658"/>
              </p:ext>
            </p:extLst>
          </p:nvPr>
        </p:nvGraphicFramePr>
        <p:xfrm>
          <a:off x="9613533" y="524359"/>
          <a:ext cx="1332636" cy="3540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2636">
                  <a:extLst>
                    <a:ext uri="{9D8B030D-6E8A-4147-A177-3AD203B41FA5}">
                      <a16:colId xmlns:a16="http://schemas.microsoft.com/office/drawing/2014/main" val="3926135207"/>
                    </a:ext>
                  </a:extLst>
                </a:gridCol>
              </a:tblGrid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operations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4455070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646661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component_id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5831887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department_id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022761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redosled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3191111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naziv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1479240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norma_vreme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3535532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pPr rtl="0"/>
                      <a:r>
                        <a:rPr lang="sr-Latn-RS" sz="1200" dirty="0"/>
                        <a:t>status</a:t>
                      </a:r>
                      <a:endParaRPr lang="sr-Latn-R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9886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6975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2B30851-E5B7-3D4C-5205-F59857C456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417090"/>
              </p:ext>
            </p:extLst>
          </p:nvPr>
        </p:nvGraphicFramePr>
        <p:xfrm>
          <a:off x="531676" y="462216"/>
          <a:ext cx="1510188" cy="3540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188">
                  <a:extLst>
                    <a:ext uri="{9D8B030D-6E8A-4147-A177-3AD203B41FA5}">
                      <a16:colId xmlns:a16="http://schemas.microsoft.com/office/drawing/2014/main" val="3926135207"/>
                    </a:ext>
                  </a:extLst>
                </a:gridCol>
              </a:tblGrid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production_orders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4455070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646661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work_order_id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5831887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component_id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022761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department_id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3191111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1479240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datum_pocetka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3535532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datum_zavrsetka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368845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CD55C3E-FB13-85BD-F355-6A39CC4499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565035"/>
              </p:ext>
            </p:extLst>
          </p:nvPr>
        </p:nvGraphicFramePr>
        <p:xfrm>
          <a:off x="2369354" y="462216"/>
          <a:ext cx="1510188" cy="30977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188">
                  <a:extLst>
                    <a:ext uri="{9D8B030D-6E8A-4147-A177-3AD203B41FA5}">
                      <a16:colId xmlns:a16="http://schemas.microsoft.com/office/drawing/2014/main" val="3926135207"/>
                    </a:ext>
                  </a:extLst>
                </a:gridCol>
              </a:tblGrid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operation_logs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4455070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production_order_id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646661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worker_id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5831887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start_time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022761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end_time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3191111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quantity_done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1479240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comment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353553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F34A032-034B-4307-933B-10676BCEA9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352016"/>
              </p:ext>
            </p:extLst>
          </p:nvPr>
        </p:nvGraphicFramePr>
        <p:xfrm>
          <a:off x="4207032" y="462216"/>
          <a:ext cx="1159383" cy="22126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9383">
                  <a:extLst>
                    <a:ext uri="{9D8B030D-6E8A-4147-A177-3AD203B41FA5}">
                      <a16:colId xmlns:a16="http://schemas.microsoft.com/office/drawing/2014/main" val="3926135207"/>
                    </a:ext>
                  </a:extLst>
                </a:gridCol>
              </a:tblGrid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users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4455070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646661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5831887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uloga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022761"/>
                  </a:ext>
                </a:extLst>
              </a:tr>
              <a:tr h="442533">
                <a:tc>
                  <a:txBody>
                    <a:bodyPr/>
                    <a:lstStyle/>
                    <a:p>
                      <a:r>
                        <a:rPr lang="sr-Latn-RS" sz="1200" dirty="0"/>
                        <a:t>department_id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3191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2718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</Words>
  <Application>Microsoft Office PowerPoint</Application>
  <PresentationFormat>Widescreen</PresentationFormat>
  <Paragraphs>71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Štampa Propulzija</dc:creator>
  <cp:lastModifiedBy>Štampa Propulzija</cp:lastModifiedBy>
  <cp:revision>1</cp:revision>
  <dcterms:created xsi:type="dcterms:W3CDTF">2026-08-07T13:52:00Z</dcterms:created>
  <dcterms:modified xsi:type="dcterms:W3CDTF">2026-08-07T13:52:21Z</dcterms:modified>
</cp:coreProperties>
</file>